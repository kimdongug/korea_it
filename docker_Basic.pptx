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2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2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E62BE-F15E-4831-B8C3-46ACA10C0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C719C94-6F66-41CB-A599-8791A4CBD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BB57E7-B320-4998-BB5B-0F7DD23D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3242DD-90CF-4609-96F0-449D0AFA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0C723A-CD16-44B1-8B39-F03EA42E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7499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DAA13-EBAD-47A6-B2AE-694F0776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6427B-4A07-4CA2-A1C3-CD5288BA8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18A82B-AA40-4CD0-ABEF-05148BD82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197FC-D8C7-461D-8662-3733CCCD7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B6A7A-A1B5-4F30-AF81-50DF9AFE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055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63840-4B27-4401-927E-668B0ED0D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9FABDF-70CD-4513-86BD-5CDFA0F8C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870E30-ED77-48FC-A13E-E2C91DDBE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8D47B-4228-4059-A80F-7649CFDC2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D6E3B9-4038-42BE-B6EE-2515F7B9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3733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7667D-C4A6-4CD7-81E8-909E149B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64B6E1-7902-4878-99A8-B2316651F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73ADB3-55C9-49FD-BF11-6D2432E8E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C633C0B-FAC7-40D4-A157-54B6D3B5A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592B90-B0BA-48CF-8C2F-2DE090739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117D92-8631-4C87-95DE-AF68D4CE4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46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0148D5-2EBB-491C-A584-C712439AF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CF0B56-BCED-4408-A5D9-E6085DF33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672108-287A-4FC2-B533-E76FFAD35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FE300B-375A-4BF4-AB70-D814477A2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A45004-6413-4F8B-9509-2F01C86580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B41632-BBD0-4517-BCC2-1AAAD507D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D9C020-663C-4D99-A216-DB06A5041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62BF5FD-6A73-4B9C-B5EF-A7DF9AAB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900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817FDE-FA6F-4B78-B514-466A4D90E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EC9D21-BE62-403D-AAB8-C93F38110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BBA5A7D-81D4-42A8-96A9-124DDB85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B5CB49-47D3-484B-83EF-9ED2AD622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638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DA4B81-1BE7-4AFC-B64E-16F7C04E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061D3C-FBEB-4107-9A1C-7D371A2AD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F2A48B-ACA5-4749-8993-0667DDF2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2312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32FE51-F85E-4988-91A7-CAE2B090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D006C3-9622-436E-861D-2EA88F75D2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B9329B-A006-4579-A9F9-CD52AF90F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F875E6-476E-48E7-B0B8-D39539FF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A93ED3-500D-4507-A650-B4707AAC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701641-8A8C-4F7D-A808-0140371C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3233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757D02-40BA-4DFB-864A-023E06ADA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C3AE5C-241A-4B08-BE61-CAF267654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577F4B7-A7AF-4FC1-864F-C960E23C1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9AF46D-21EF-4E93-B2B6-916265566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AF09E60-943A-4A2A-82B8-DD93A0375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3A15F06-AB25-4FF2-94B1-776B8CA6E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22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DE42F-201C-45C9-8244-89D140182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59D8A43-2077-4830-9305-0467AA70F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59EF54-556C-4D78-923F-38A99AEC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208F35-BA81-48D0-89DC-4F6933B00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FE2312-2D29-4E5A-866E-89840B01E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087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D576433-4C98-465C-9096-5FDE4990B4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B60814-222F-4FCE-96CD-8E5DC3F6C6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A7640B-6ED1-4E57-9A7C-123E069B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9FDCE-8402-4A4B-AE45-791F259A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37D2A8-3BDF-4128-83D9-80629A79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370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1B0E8F2-E0CE-46F4-BF17-AAF4BB2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33950-A041-4746-8E8A-0FC8725E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47D7AD-5331-4793-AB0B-28E40BDD61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6C3D-0647-4B0C-AE26-10416836307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63379-59C4-4E52-B94D-882E0A13CA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80212E-E65D-41C2-8E6D-1CDCC8AF7B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FB48A-32D5-49AF-BEEF-99989DF52D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849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herojoon-dev.tistory.com/254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746FE3-BE86-469E-B841-C65081B7FEA9}"/>
              </a:ext>
            </a:extLst>
          </p:cNvPr>
          <p:cNvSpPr txBox="1"/>
          <p:nvPr/>
        </p:nvSpPr>
        <p:spPr>
          <a:xfrm flipH="1">
            <a:off x="3460722" y="1679511"/>
            <a:ext cx="58325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800" dirty="0"/>
              <a:t>Docker Basic</a:t>
            </a:r>
            <a:endParaRPr lang="ko-KR" alt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091EE-A9BD-4E31-9B57-9F842BFB7527}"/>
              </a:ext>
            </a:extLst>
          </p:cNvPr>
          <p:cNvSpPr txBox="1"/>
          <p:nvPr/>
        </p:nvSpPr>
        <p:spPr>
          <a:xfrm>
            <a:off x="6628932" y="35922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김동욱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7B3F5-CB67-4206-BDB3-61266226ABAE}"/>
              </a:ext>
            </a:extLst>
          </p:cNvPr>
          <p:cNvSpPr txBox="1"/>
          <p:nvPr/>
        </p:nvSpPr>
        <p:spPr>
          <a:xfrm>
            <a:off x="5318449" y="3592285"/>
            <a:ext cx="138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2025-11-26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3815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EF992-2FAF-43F2-9E49-8AAD143F946D}"/>
              </a:ext>
            </a:extLst>
          </p:cNvPr>
          <p:cNvSpPr txBox="1"/>
          <p:nvPr/>
        </p:nvSpPr>
        <p:spPr>
          <a:xfrm>
            <a:off x="1140667" y="1268961"/>
            <a:ext cx="6998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Docker </a:t>
            </a:r>
            <a:r>
              <a:rPr lang="ko-KR" altLang="en-US" dirty="0"/>
              <a:t>설치 </a:t>
            </a:r>
            <a:r>
              <a:rPr lang="en-US" altLang="ko-KR" dirty="0"/>
              <a:t>(</a:t>
            </a:r>
            <a:r>
              <a:rPr lang="ko-KR" altLang="en-US" dirty="0"/>
              <a:t>참고사이트</a:t>
            </a:r>
            <a:r>
              <a:rPr lang="en-US" altLang="ko-KR" dirty="0"/>
              <a:t>) </a:t>
            </a:r>
            <a:r>
              <a:rPr lang="en-US" altLang="ko-KR" dirty="0">
                <a:hlinkClick r:id="rId2"/>
              </a:rPr>
              <a:t>https://herojoon-dev.tistory.com/254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C3CC3-D9AE-4414-9232-39C2A0E20158}"/>
              </a:ext>
            </a:extLst>
          </p:cNvPr>
          <p:cNvSpPr txBox="1"/>
          <p:nvPr/>
        </p:nvSpPr>
        <p:spPr>
          <a:xfrm>
            <a:off x="1140667" y="1978089"/>
            <a:ext cx="4069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PowerShell </a:t>
            </a:r>
            <a:r>
              <a:rPr lang="ko-KR" altLang="en-US" dirty="0"/>
              <a:t>열어 </a:t>
            </a:r>
            <a:r>
              <a:rPr lang="en-US" altLang="ko-KR" dirty="0"/>
              <a:t>docker </a:t>
            </a:r>
            <a:r>
              <a:rPr lang="ko-KR" altLang="en-US" dirty="0"/>
              <a:t>버전 확인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22500C-E617-46F4-BA45-D0FAC4C65231}"/>
              </a:ext>
            </a:extLst>
          </p:cNvPr>
          <p:cNvSpPr txBox="1"/>
          <p:nvPr/>
        </p:nvSpPr>
        <p:spPr>
          <a:xfrm>
            <a:off x="1923044" y="2502551"/>
            <a:ext cx="4091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PS C:\Users\HKIT&gt; docker --version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F3FAC3-3557-4B9D-B535-0AD8D3C1A1DD}"/>
              </a:ext>
            </a:extLst>
          </p:cNvPr>
          <p:cNvSpPr txBox="1"/>
          <p:nvPr/>
        </p:nvSpPr>
        <p:spPr>
          <a:xfrm>
            <a:off x="1140667" y="3134305"/>
            <a:ext cx="2916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 err="1"/>
              <a:t>파워셸에서</a:t>
            </a:r>
            <a:r>
              <a:rPr lang="ko-KR" altLang="en-US" dirty="0"/>
              <a:t> </a:t>
            </a:r>
            <a:r>
              <a:rPr lang="ko-KR" altLang="en-US" dirty="0" err="1"/>
              <a:t>배포판</a:t>
            </a:r>
            <a:r>
              <a:rPr lang="ko-KR" altLang="en-US" dirty="0"/>
              <a:t>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AC98D2-260F-47EE-9DC5-2F44926C200F}"/>
              </a:ext>
            </a:extLst>
          </p:cNvPr>
          <p:cNvSpPr txBox="1"/>
          <p:nvPr/>
        </p:nvSpPr>
        <p:spPr>
          <a:xfrm>
            <a:off x="1863172" y="3614830"/>
            <a:ext cx="4275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PS C:\Users\HKIT&gt; </a:t>
            </a:r>
            <a:r>
              <a:rPr lang="en-US" altLang="ko-KR" dirty="0" err="1"/>
              <a:t>wsl</a:t>
            </a:r>
            <a:r>
              <a:rPr lang="ko-KR" altLang="en-US" dirty="0"/>
              <a:t> </a:t>
            </a:r>
            <a:r>
              <a:rPr lang="en-US" altLang="ko-KR" dirty="0"/>
              <a:t>--list</a:t>
            </a:r>
            <a:r>
              <a:rPr lang="ko-KR" altLang="en-US" dirty="0"/>
              <a:t> </a:t>
            </a:r>
            <a:r>
              <a:rPr lang="en-US" altLang="ko-KR" dirty="0"/>
              <a:t>--version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95B1BF-D0A5-4A81-9F0B-94356E9A1FEE}"/>
              </a:ext>
            </a:extLst>
          </p:cNvPr>
          <p:cNvSpPr txBox="1"/>
          <p:nvPr/>
        </p:nvSpPr>
        <p:spPr>
          <a:xfrm>
            <a:off x="1142285" y="4187876"/>
            <a:ext cx="2826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우분투 설치</a:t>
            </a:r>
            <a:r>
              <a:rPr lang="en-US" altLang="ko-KR" dirty="0"/>
              <a:t>(</a:t>
            </a:r>
            <a:r>
              <a:rPr lang="ko-KR" altLang="en-US" dirty="0"/>
              <a:t>선택사항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63EDCE-C227-4443-A866-F7839E37F706}"/>
              </a:ext>
            </a:extLst>
          </p:cNvPr>
          <p:cNvSpPr txBox="1"/>
          <p:nvPr/>
        </p:nvSpPr>
        <p:spPr>
          <a:xfrm>
            <a:off x="1863172" y="4742281"/>
            <a:ext cx="59026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PS C:\Users\HKIT&gt; </a:t>
            </a:r>
            <a:r>
              <a:rPr lang="en-US" altLang="ko-KR" dirty="0" err="1"/>
              <a:t>wsl</a:t>
            </a:r>
            <a:r>
              <a:rPr lang="ko-KR" altLang="en-US" dirty="0"/>
              <a:t> </a:t>
            </a:r>
            <a:r>
              <a:rPr lang="en-US" altLang="ko-KR" dirty="0"/>
              <a:t>–install</a:t>
            </a:r>
          </a:p>
          <a:p>
            <a:r>
              <a:rPr lang="en-US" altLang="ko-KR" dirty="0"/>
              <a:t>    Create a default Unix user account: </a:t>
            </a:r>
            <a:r>
              <a:rPr lang="ko-KR" altLang="en-US" dirty="0"/>
              <a:t>사용할 </a:t>
            </a:r>
            <a:r>
              <a:rPr lang="en-US" altLang="ko-KR" dirty="0"/>
              <a:t>ID </a:t>
            </a:r>
            <a:r>
              <a:rPr lang="ko-KR" altLang="en-US" dirty="0"/>
              <a:t>입력</a:t>
            </a:r>
            <a:endParaRPr lang="en-US" altLang="ko-KR" dirty="0"/>
          </a:p>
          <a:p>
            <a:r>
              <a:rPr lang="en-US" altLang="ko-KR" dirty="0"/>
              <a:t>    New password: </a:t>
            </a:r>
            <a:r>
              <a:rPr lang="ko-KR" altLang="en-US" dirty="0"/>
              <a:t>사용할 비밀번호 입력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입력한</a:t>
            </a:r>
            <a:r>
              <a:rPr lang="en-US" altLang="ko-KR" dirty="0"/>
              <a:t>ID@DESKTOP-</a:t>
            </a:r>
            <a:r>
              <a:rPr lang="en-US" altLang="ko-KR" dirty="0" err="1"/>
              <a:t>xxxx</a:t>
            </a:r>
            <a:r>
              <a:rPr lang="en-US" altLang="ko-KR" dirty="0"/>
              <a:t>:~$ </a:t>
            </a:r>
            <a:r>
              <a:rPr lang="ko-KR" altLang="en-US" dirty="0"/>
              <a:t>   </a:t>
            </a:r>
            <a:r>
              <a:rPr lang="en-US" altLang="ko-KR" dirty="0">
                <a:sym typeface="Wingdings" panose="05000000000000000000" pitchFamily="2" charset="2"/>
              </a:rPr>
              <a:t></a:t>
            </a:r>
            <a:r>
              <a:rPr lang="ko-KR" altLang="en-US" dirty="0">
                <a:sym typeface="Wingdings" panose="05000000000000000000" pitchFamily="2" charset="2"/>
              </a:rPr>
              <a:t> 정상적 설치 완료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52075-867F-41D1-9D75-C2ECCFA377C7}"/>
              </a:ext>
            </a:extLst>
          </p:cNvPr>
          <p:cNvSpPr txBox="1"/>
          <p:nvPr/>
        </p:nvSpPr>
        <p:spPr>
          <a:xfrm>
            <a:off x="1004202" y="382274"/>
            <a:ext cx="59289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Docker </a:t>
            </a:r>
            <a:r>
              <a:rPr lang="ko-KR" altLang="en-US" sz="2800" b="1" dirty="0"/>
              <a:t>설치 및 우분투</a:t>
            </a:r>
            <a:r>
              <a:rPr lang="en-US" altLang="ko-KR" sz="2800" b="1" dirty="0"/>
              <a:t>(Linux) </a:t>
            </a:r>
            <a:r>
              <a:rPr lang="ko-KR" altLang="en-US" sz="2800" b="1" dirty="0"/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233761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E257E2-2570-47A3-BA12-40CA2507FA9E}"/>
              </a:ext>
            </a:extLst>
          </p:cNvPr>
          <p:cNvSpPr txBox="1"/>
          <p:nvPr/>
        </p:nvSpPr>
        <p:spPr>
          <a:xfrm>
            <a:off x="873583" y="325143"/>
            <a:ext cx="3070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Docker </a:t>
            </a:r>
            <a:r>
              <a:rPr lang="ko-KR" altLang="en-US" sz="2800" b="1" dirty="0"/>
              <a:t>기본 조작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39B15-59D7-4F93-9873-6940146171B2}"/>
              </a:ext>
            </a:extLst>
          </p:cNvPr>
          <p:cNvSpPr txBox="1"/>
          <p:nvPr/>
        </p:nvSpPr>
        <p:spPr>
          <a:xfrm>
            <a:off x="702129" y="1265465"/>
            <a:ext cx="5037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Docker Desktop </a:t>
            </a:r>
            <a:r>
              <a:rPr lang="ko-KR" altLang="en-US" dirty="0"/>
              <a:t>실행</a:t>
            </a:r>
            <a:r>
              <a:rPr lang="en-US" altLang="ko-KR" dirty="0"/>
              <a:t>(</a:t>
            </a:r>
            <a:r>
              <a:rPr lang="ko-KR" altLang="en-US" dirty="0"/>
              <a:t>바탕화면 아이콘 실행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3C03A8-A096-440A-90E3-1B87DF348545}"/>
              </a:ext>
            </a:extLst>
          </p:cNvPr>
          <p:cNvSpPr txBox="1"/>
          <p:nvPr/>
        </p:nvSpPr>
        <p:spPr>
          <a:xfrm>
            <a:off x="702128" y="1695800"/>
            <a:ext cx="58847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Docker </a:t>
            </a:r>
            <a:r>
              <a:rPr lang="ko-KR" altLang="en-US" dirty="0"/>
              <a:t>컨테이너 가동하기</a:t>
            </a:r>
            <a:endParaRPr lang="en-US" altLang="ko-KR" dirty="0"/>
          </a:p>
          <a:p>
            <a:r>
              <a:rPr lang="en-US" altLang="ko-KR" dirty="0"/>
              <a:t>     $ docker</a:t>
            </a:r>
            <a:r>
              <a:rPr lang="ko-KR" altLang="en-US" dirty="0"/>
              <a:t> </a:t>
            </a:r>
            <a:r>
              <a:rPr lang="en-US" altLang="ko-KR" dirty="0"/>
              <a:t>container</a:t>
            </a:r>
            <a:r>
              <a:rPr lang="ko-KR" altLang="en-US" dirty="0"/>
              <a:t> </a:t>
            </a:r>
            <a:r>
              <a:rPr lang="en-US" altLang="ko-KR" dirty="0"/>
              <a:t>run</a:t>
            </a:r>
            <a:r>
              <a:rPr lang="ko-KR" altLang="en-US" dirty="0"/>
              <a:t> </a:t>
            </a:r>
            <a:r>
              <a:rPr lang="en-US" altLang="ko-KR" dirty="0"/>
              <a:t>hello-world</a:t>
            </a:r>
          </a:p>
          <a:p>
            <a:r>
              <a:rPr lang="en-US" altLang="ko-KR" dirty="0"/>
              <a:t>        Hello from Docker! ~~~~ </a:t>
            </a:r>
            <a:r>
              <a:rPr lang="ko-KR" altLang="en-US" dirty="0"/>
              <a:t>이렇게 출력되면 성공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7FE7D4-61FB-45C4-9612-85EDE1349FA0}"/>
              </a:ext>
            </a:extLst>
          </p:cNvPr>
          <p:cNvSpPr txBox="1"/>
          <p:nvPr/>
        </p:nvSpPr>
        <p:spPr>
          <a:xfrm>
            <a:off x="702128" y="3558001"/>
            <a:ext cx="82465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/>
              <a:t>Spring Boot </a:t>
            </a:r>
            <a:r>
              <a:rPr lang="ko-KR" altLang="en-US" sz="2800" b="1" dirty="0"/>
              <a:t>프로젝트를 </a:t>
            </a:r>
            <a:r>
              <a:rPr lang="en-US" altLang="ko-KR" sz="2800" b="1" dirty="0"/>
              <a:t>Docker </a:t>
            </a:r>
            <a:r>
              <a:rPr lang="ko-KR" altLang="en-US" sz="2800" b="1" dirty="0"/>
              <a:t>이미지로 만들기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C17245-32EC-4856-8EA3-FA0EEB08D4D1}"/>
              </a:ext>
            </a:extLst>
          </p:cNvPr>
          <p:cNvSpPr txBox="1"/>
          <p:nvPr/>
        </p:nvSpPr>
        <p:spPr>
          <a:xfrm>
            <a:off x="873583" y="4392206"/>
            <a:ext cx="42037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 err="1"/>
              <a:t>스프링부트</a:t>
            </a:r>
            <a:r>
              <a:rPr lang="ko-KR" altLang="en-US" dirty="0"/>
              <a:t> 프로젝트 빌드</a:t>
            </a:r>
            <a:r>
              <a:rPr lang="en-US" altLang="ko-KR" dirty="0"/>
              <a:t>(JAR </a:t>
            </a:r>
            <a:r>
              <a:rPr lang="ko-KR" altLang="en-US" dirty="0"/>
              <a:t>생성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2. </a:t>
            </a:r>
            <a:r>
              <a:rPr lang="en-US" altLang="ko-KR" dirty="0" err="1"/>
              <a:t>Dockerfile</a:t>
            </a:r>
            <a:r>
              <a:rPr lang="en-US" altLang="ko-KR" dirty="0"/>
              <a:t> </a:t>
            </a:r>
            <a:r>
              <a:rPr lang="ko-KR" altLang="en-US" dirty="0"/>
              <a:t>작성</a:t>
            </a:r>
          </a:p>
          <a:p>
            <a:r>
              <a:rPr lang="en-US" altLang="ko-KR" dirty="0"/>
              <a:t>3. Docker </a:t>
            </a:r>
            <a:r>
              <a:rPr lang="ko-KR" altLang="en-US" dirty="0"/>
              <a:t>이미지 빌드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컨테이너 실행</a:t>
            </a:r>
          </a:p>
        </p:txBody>
      </p:sp>
    </p:spTree>
    <p:extLst>
      <p:ext uri="{BB962C8B-B14F-4D97-AF65-F5344CB8AC3E}">
        <p14:creationId xmlns:p14="http://schemas.microsoft.com/office/powerpoint/2010/main" val="2028256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168</Words>
  <Application>Microsoft Office PowerPoint</Application>
  <PresentationFormat>와이드스크린</PresentationFormat>
  <Paragraphs>24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HKIT</dc:creator>
  <cp:lastModifiedBy>HKIT</cp:lastModifiedBy>
  <cp:revision>15</cp:revision>
  <dcterms:created xsi:type="dcterms:W3CDTF">2025-11-26T01:31:09Z</dcterms:created>
  <dcterms:modified xsi:type="dcterms:W3CDTF">2025-11-26T06:56:32Z</dcterms:modified>
</cp:coreProperties>
</file>